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2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1371600" cy="384048"/>
          </a:xfrm>
          <a:prstGeom prst="round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GrabHack 2.0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772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GrabResolve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1E8E4"/>
                </a:solidFill>
              </a:defRPr>
            </a:pPr>
            <a:r>
              <a:t>Autonomous Investigation and Resolution Agent for Grab Support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94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Rohit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246120" cy="4251960"/>
          </a:xfrm>
          <a:prstGeom prst="roundRect">
            <a:avLst/>
          </a:prstGeom>
          <a:solidFill>
            <a:srgbClr val="163026"/>
          </a:solidFill>
          <a:ln>
            <a:solidFill>
              <a:srgbClr val="285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What We Deliver</a:t>
            </a:r>
          </a:p>
        </p:txBody>
      </p:sp>
      <p:sp>
        <p:nvSpPr>
          <p:cNvPr id="10" name="Oval 9"/>
          <p:cNvSpPr/>
          <p:nvPr/>
        </p:nvSpPr>
        <p:spPr>
          <a:xfrm>
            <a:off x="8485632" y="2212848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Autonomous case investigation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485632" y="2871216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280720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Evidence-based root cause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8485632" y="3529584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465576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Human-review-aware resolution flow</a:t>
            </a:r>
          </a:p>
        </p:txBody>
      </p:sp>
      <p:sp>
        <p:nvSpPr>
          <p:cNvPr id="16" name="Oval 15"/>
          <p:cNvSpPr/>
          <p:nvPr/>
        </p:nvSpPr>
        <p:spPr>
          <a:xfrm>
            <a:off x="8485632" y="4187952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4123944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Operational analytics and systemic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Support Investigation Is the Real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Millions of support tickets are generated across rides, food, payments, and deliveries.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Agents manually investigate each case across trip logs, payment records, GPS signals, and partner history.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A single ticket can take 15 to 30 minutes just to gather and validate evidence.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Repetitive tickets still consume full human effort.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SLA breaches happen because investigation is fragmented and slow during peak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Slow investigations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High manual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Fragmented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SLA pressure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Current support teams are not failing on effort. They are blocked by fragmented investigation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Rules Can Automate Actions, Not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Traditional automation works only for fixed patterns and simple triggers.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Real support cases need context across payments, GPS, trip logs, and partner behavior.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Decisions must be explainable, auditable, and confidence-aware.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Low-confidence or high-risk cases still need human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Rules lack nuance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Context is scattered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Confidence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Humans stay critical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The real gap is not ticket routing. The real gap is evidence-based operational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Introducing GrabResolve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812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61C1F"/>
                </a:solidFill>
              </a:defRPr>
            </a:pPr>
            <a:r>
              <a:t>GrabResolve AI is a multi-agent support investigation system that classifies, investigates, reasons, resolves, and predicts risk.</a:t>
            </a:r>
          </a:p>
          <a:p>
            <a:pPr>
              <a:spcAft>
                <a:spcPts val="1000"/>
              </a:spcAft>
              <a:defRPr sz="1800">
                <a:solidFill>
                  <a:srgbClr val="161C1F"/>
                </a:solidFill>
              </a:defRPr>
            </a:pPr>
            <a:r>
              <a:t>Ticket Intake -&gt; Classification -&gt; Investigation -&gt; Root Cause -&gt; Resolution -&gt; Predictive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546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Faster investigations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Better SLA performance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Consistent decisions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Full evidence trail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Human-in-the-loop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Agentic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Structured 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Explainable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Operator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14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5-Step Agentic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901952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83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1C1F"/>
                </a:solidFill>
              </a:defRPr>
            </a:pPr>
            <a:r>
              <a:t>Classifier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2377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66067"/>
                </a:solidFill>
              </a:defRPr>
            </a:pPr>
            <a:r>
              <a:t>Categorizes issue type, urgency, sentiment, and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73736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33672" y="1901952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83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1C1F"/>
                </a:solidFill>
              </a:defRPr>
            </a:pPr>
            <a:r>
              <a:t>Investigator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395728"/>
            <a:ext cx="2377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66067"/>
                </a:solidFill>
              </a:defRPr>
            </a:pPr>
            <a:r>
              <a:t>Queries trip, payment, driver, and GPS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73736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62671" y="1901952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83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1C1F"/>
                </a:solidFill>
              </a:defRPr>
            </a:pPr>
            <a:r>
              <a:t>Root Cause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395728"/>
            <a:ext cx="2377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66067"/>
                </a:solidFill>
              </a:defRPr>
            </a:pPr>
            <a:r>
              <a:t>Determines the most likely cause with confidence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02336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96312" y="4187952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69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1C1F"/>
                </a:solidFill>
              </a:defRPr>
            </a:pPr>
            <a:r>
              <a:t>Resolution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681728"/>
            <a:ext cx="2377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66067"/>
                </a:solidFill>
              </a:defRPr>
            </a:pPr>
            <a:r>
              <a:t>Drafts or recommends the next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02336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25312" y="4187952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6966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1C1F"/>
                </a:solidFill>
              </a:defRPr>
            </a:pPr>
            <a:r>
              <a:t>Prediction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81728"/>
            <a:ext cx="2377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66067"/>
                </a:solidFill>
              </a:defRPr>
            </a:pPr>
            <a:r>
              <a:t>Predicts SLA risk and detects recurring operational patterns.</a:t>
            </a:r>
          </a:p>
        </p:txBody>
      </p:sp>
      <p:sp>
        <p:nvSpPr>
          <p:cNvPr id="25" name="Chevron 24"/>
          <p:cNvSpPr/>
          <p:nvPr/>
        </p:nvSpPr>
        <p:spPr>
          <a:xfrm>
            <a:off x="3520440" y="2359152"/>
            <a:ext cx="384048" cy="256032"/>
          </a:xfrm>
          <a:prstGeom prst="chevron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6949440" y="2359152"/>
            <a:ext cx="384048" cy="256032"/>
          </a:xfrm>
          <a:prstGeom prst="chevron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6355080" y="3675887"/>
            <a:ext cx="384048" cy="256032"/>
          </a:xfrm>
          <a:prstGeom prst="chevron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2926080" y="3675887"/>
            <a:ext cx="384048" cy="256032"/>
          </a:xfrm>
          <a:prstGeom prst="chevron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989320"/>
            <a:ext cx="106984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Each agent has a distinct role, but all outputs stay linked through one evidence trail and one support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812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Frontend Dashboard - Operator-facing workflow for queue, ticket detail, live demo, and analytics.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Backend Orchestrator - Ticket management, investigation workflow state, and real-time analytics aggregation.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AI Engine - Multi-agent reasoning pipeline, confidence scoring, and resolution generation.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Mock or Internal-Style Data Sources - Trip database, driver profiles, payment records, GPS and route data, and ticket 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Modular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Clear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Mock data portability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Demo-friendly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Each layer is modular, making the system easier to scale and extend.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Example: Fare Dispute with Route Deviation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812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61C1F"/>
                </a:solidFill>
              </a:defRPr>
            </a:pPr>
            <a:r>
              <a:t>Customer issue: "I was overcharged for my GrabCar ride because the driver took a longer route."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546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Identifies the case as a fare dispute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Compares estimated fare with actual fare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Verifies GPS route deviation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Checks driver complaint and deviation history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Produces an evidence-backed resolution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Trip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Fare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GPS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Partner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What the Operator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812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1. Ticket enters the queue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2. AI classifies the issue and urgency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3. Investigation gathers supporting evidence from relevant systems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4. Root cause is generated with confidence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5. Resolution is recommended with customer-facing language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6. Evidence trail and SLA prediction are displayed for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Queue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Case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Resolution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Evidence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GrabResolve AI turns a multi-system manual investigation into a guided, auditable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Decisioning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Sample Decision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812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Classification - Fare dispute, high urgency, frustrated sentiment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Investigation findings - Fare discrepancy detected, GPS route deviation confirmed, driver history shows repeated deviation pattern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Root cause - Route deviation likely caused inflated fare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Resolution - Partial refund recommendation with customer apology and explanation</a:t>
            </a:r>
          </a:p>
          <a:p>
            <a:pPr>
              <a:spcAft>
                <a:spcPts val="1000"/>
              </a:spcAft>
              <a:defRPr sz="1600">
                <a:solidFill>
                  <a:srgbClr val="161C1F"/>
                </a:solidFill>
              </a:defRPr>
            </a:pPr>
            <a:r>
              <a:t>Decision quality - High confidence, evidence-backed, auditable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Evidence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Confidence scored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Actionable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Auditable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Beyond Single Ticket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Auto-resolve rate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Average resolution time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SLA compliance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Ticket trends by category and region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Resolution breakdown across review states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Systemic issue detection from repeated investigation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Team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Trend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Regional 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Issue clustering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GrabResolve AI improves not only ticket handling, but also operational visibility.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Human Governance Built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Confidence thresholds control how the system acts.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Medium-confidence cases go to human review.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Low-confidence cases are escalated.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Every output includes an evidence trail.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No direct refund execution happens without approval.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Decisions are explainable instead of opaque.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Threshold-based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Escalation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AI accelerates decisions, but control remains with the support organization.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Why This Matters for Grab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Reduces investigation time from minutes to seconds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Frees human agents to focus on complex and sensitive cases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Improves consistency across support decisions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Supports better SLA compliance at scale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Enables proactive detection of recurring operational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Faster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Better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Higher leverage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Smarter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6812280" cy="384048"/>
          </a:xfrm>
          <a:prstGeom prst="roundRect">
            <a:avLst/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2663A"/>
                </a:solidFill>
              </a:defRPr>
            </a:pPr>
            <a:r>
              <a:t>This creates a path from reactive ticket handling to intelligent support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8720" cy="310896"/>
          </a:xfrm>
          <a:prstGeom prst="roundRect">
            <a:avLst/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14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1C1F"/>
                </a:solidFill>
              </a:defRPr>
            </a:pPr>
            <a:r>
              <a:t>What Comes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08760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Resilient AI provider fallback and offline-safe operation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Integration with richer operational data sources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Better reviewer workflow and audit history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Persistent case storage and trend tracking</a:t>
            </a:r>
          </a:p>
          <a:p>
            <a:pPr>
              <a:spcAft>
                <a:spcPts val="700"/>
              </a:spcAft>
              <a:defRPr sz="1600">
                <a:solidFill>
                  <a:srgbClr val="161C1F"/>
                </a:solidFill>
              </a:defRPr>
            </a:pPr>
            <a:r>
              <a:t>Expanded support coverage across GrabCar, GrabFood, GrabPay, and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Why it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Resilience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53512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Richer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666744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Reviewer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79976"/>
            <a:ext cx="2743200" cy="530352"/>
          </a:xfrm>
          <a:prstGeom prst="roundRect">
            <a:avLst/>
          </a:prstGeom>
          <a:solidFill>
            <a:srgbClr val="F7FBF9"/>
          </a:solidFill>
          <a:ln>
            <a:solidFill>
              <a:srgbClr val="D9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1C1F"/>
                </a:solidFill>
              </a:defRPr>
            </a:pPr>
            <a:r>
              <a:t>Scale across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2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1371600" cy="384048"/>
          </a:xfrm>
          <a:prstGeom prst="round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772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GrabResolve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1E8E4"/>
                </a:solidFill>
              </a:defRPr>
            </a:pPr>
            <a:r>
              <a:t>From fragmented manual investigations to autonomous, explainable support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94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246120" cy="4251960"/>
          </a:xfrm>
          <a:prstGeom prst="roundRect">
            <a:avLst/>
          </a:prstGeom>
          <a:solidFill>
            <a:srgbClr val="163026"/>
          </a:solidFill>
          <a:ln>
            <a:solidFill>
              <a:srgbClr val="285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B14F"/>
                </a:solidFill>
              </a:defRPr>
            </a:pPr>
            <a:r>
              <a:t>What We Deliver</a:t>
            </a:r>
          </a:p>
        </p:txBody>
      </p:sp>
      <p:sp>
        <p:nvSpPr>
          <p:cNvPr id="10" name="Oval 9"/>
          <p:cNvSpPr/>
          <p:nvPr/>
        </p:nvSpPr>
        <p:spPr>
          <a:xfrm>
            <a:off x="8485632" y="2212848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Autonomous case investigation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485632" y="2871216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280720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Evidence-based root cause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8485632" y="3529584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465576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Human-review-aware resolution flow</a:t>
            </a:r>
          </a:p>
        </p:txBody>
      </p:sp>
      <p:sp>
        <p:nvSpPr>
          <p:cNvPr id="16" name="Oval 15"/>
          <p:cNvSpPr/>
          <p:nvPr/>
        </p:nvSpPr>
        <p:spPr>
          <a:xfrm>
            <a:off x="8485632" y="4187952"/>
            <a:ext cx="118872" cy="1188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4123944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4F2"/>
                </a:solidFill>
              </a:defRPr>
            </a:pPr>
            <a:r>
              <a:t>Operational analytics and systemic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